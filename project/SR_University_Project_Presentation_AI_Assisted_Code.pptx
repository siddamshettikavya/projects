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SR University — Sports &amp; Clubs Website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t>Course Project Presentation</a:t>
            </a:r>
          </a:p>
          <a:p>
            <a:endParaRPr/>
          </a:p>
          <a:p>
            <a:r>
              <a:t>Subject: AI Assisted Code</a:t>
            </a:r>
          </a:p>
          <a:p>
            <a:endParaRPr/>
          </a:p>
          <a:p>
            <a:r>
              <a:t>Submitted by:</a:t>
            </a:r>
          </a:p>
          <a:p>
            <a:r>
              <a:t>S. Kavya (2403A51037)</a:t>
            </a:r>
          </a:p>
          <a:p>
            <a:r>
              <a:t>B.Tech –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</a:rPr>
              <a:t>Subject: AI Assisted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41414"/>
                </a:solidFill>
              </a:rPr>
              <a:t>• To design and develop a responsive website for SR University that showcases all sports and student clubs.</a:t>
            </a:r>
          </a:p>
          <a:p>
            <a:r>
              <a:rPr sz="1800">
                <a:solidFill>
                  <a:srgbClr val="141414"/>
                </a:solidFill>
              </a:rPr>
              <a:t>• To provide students with details of events, club activities, and registration forms.</a:t>
            </a:r>
          </a:p>
          <a:p>
            <a:r>
              <a:rPr sz="1800">
                <a:solidFill>
                  <a:srgbClr val="141414"/>
                </a:solidFill>
              </a:rPr>
              <a:t>• To enhance communication and engagement between students and the university’s sports &amp; cultural bodies.</a:t>
            </a:r>
          </a:p>
          <a:p>
            <a:r>
              <a:rPr sz="1800">
                <a:solidFill>
                  <a:srgbClr val="141414"/>
                </a:solidFill>
              </a:rPr>
              <a:t>• To create a secure and user-friendly login for students to access their profiles.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</a:rPr>
              <a:t>Subject: AI Assisted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3954-A49D-990F-9745-D1259BF3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FD73EC8-8C97-0A83-0282-9C682EE778C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223" r="7223"/>
          <a:stretch>
            <a:fillRect/>
          </a:stretch>
        </p:blipFill>
        <p:spPr>
          <a:xfrm>
            <a:off x="1264463" y="612774"/>
            <a:ext cx="7412568" cy="555942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40115-EBD0-0593-C68A-7AEE7279C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300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6AA40-FD75-8B6D-8C93-B23799E4C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7FA64-FE45-D161-9DA7-591EE67F5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B67F63A-DBC4-067B-4773-BA15380217C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4086" r="14086"/>
          <a:stretch>
            <a:fillRect/>
          </a:stretch>
        </p:blipFill>
        <p:spPr>
          <a:xfrm>
            <a:off x="883921" y="-68500"/>
            <a:ext cx="8046614" cy="6034960"/>
          </a:xfrm>
        </p:spPr>
      </p:pic>
    </p:spTree>
    <p:extLst>
      <p:ext uri="{BB962C8B-B14F-4D97-AF65-F5344CB8AC3E}">
        <p14:creationId xmlns:p14="http://schemas.microsoft.com/office/powerpoint/2010/main" val="1705147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41414"/>
                </a:solidFill>
              </a:rPr>
              <a:t>• Students – Participate and join university sports &amp; clubs.</a:t>
            </a:r>
          </a:p>
          <a:p>
            <a:r>
              <a:rPr sz="1800">
                <a:solidFill>
                  <a:srgbClr val="141414"/>
                </a:solidFill>
              </a:rPr>
              <a:t>• Sports Coordinators – Manage events and player records.</a:t>
            </a:r>
          </a:p>
          <a:p>
            <a:r>
              <a:rPr sz="1800">
                <a:solidFill>
                  <a:srgbClr val="141414"/>
                </a:solidFill>
              </a:rPr>
              <a:t>• Faculty Advisors – Supervise club operations and student involvement.</a:t>
            </a:r>
          </a:p>
          <a:p>
            <a:r>
              <a:rPr sz="1800">
                <a:solidFill>
                  <a:srgbClr val="141414"/>
                </a:solidFill>
              </a:rPr>
              <a:t>• University Administration – Oversee all student engagement activities.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</a:rPr>
              <a:t>Subject: AI Assisted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Programming Languages, Tools &amp;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41414"/>
                </a:solidFill>
              </a:rPr>
              <a:t>Frontend Languages:</a:t>
            </a:r>
          </a:p>
          <a:p>
            <a:r>
              <a:rPr sz="1800">
                <a:solidFill>
                  <a:srgbClr val="141414"/>
                </a:solidFill>
              </a:rPr>
              <a:t>• HTML5, CSS3, JavaScript</a:t>
            </a:r>
          </a:p>
          <a:p>
            <a:endParaRPr sz="1800">
              <a:solidFill>
                <a:srgbClr val="141414"/>
              </a:solidFill>
            </a:endParaRPr>
          </a:p>
          <a:p>
            <a:r>
              <a:rPr sz="1800">
                <a:solidFill>
                  <a:srgbClr val="141414"/>
                </a:solidFill>
              </a:rPr>
              <a:t>Development Tools:</a:t>
            </a:r>
          </a:p>
          <a:p>
            <a:r>
              <a:rPr sz="1800">
                <a:solidFill>
                  <a:srgbClr val="141414"/>
                </a:solidFill>
              </a:rPr>
              <a:t>• Visual Studio Code</a:t>
            </a:r>
          </a:p>
          <a:p>
            <a:r>
              <a:rPr sz="1800">
                <a:solidFill>
                  <a:srgbClr val="141414"/>
                </a:solidFill>
              </a:rPr>
              <a:t>• GitHub (for project hosting)</a:t>
            </a:r>
          </a:p>
          <a:p>
            <a:r>
              <a:rPr sz="1800">
                <a:solidFill>
                  <a:srgbClr val="141414"/>
                </a:solidFill>
              </a:rPr>
              <a:t>• Web Browser (Google Chrome)</a:t>
            </a:r>
          </a:p>
          <a:p>
            <a:endParaRPr sz="1800">
              <a:solidFill>
                <a:srgbClr val="141414"/>
              </a:solidFill>
            </a:endParaRPr>
          </a:p>
          <a:p>
            <a:r>
              <a:rPr sz="1800">
                <a:solidFill>
                  <a:srgbClr val="141414"/>
                </a:solidFill>
              </a:rPr>
              <a:t>Design Tools:</a:t>
            </a:r>
          </a:p>
          <a:p>
            <a:r>
              <a:rPr sz="1800">
                <a:solidFill>
                  <a:srgbClr val="141414"/>
                </a:solidFill>
              </a:rPr>
              <a:t>• Canva / Figma for layout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</a:rPr>
              <a:t>Subject: AI Assisted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Front-End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41414"/>
                </a:solidFill>
              </a:rPr>
              <a:t>The website includes:</a:t>
            </a:r>
          </a:p>
          <a:p>
            <a:r>
              <a:rPr sz="1800">
                <a:solidFill>
                  <a:srgbClr val="141414"/>
                </a:solidFill>
              </a:rPr>
              <a:t>• SR University logo and modern dark-theme UI.</a:t>
            </a:r>
          </a:p>
          <a:p>
            <a:r>
              <a:rPr sz="1800">
                <a:solidFill>
                  <a:srgbClr val="141414"/>
                </a:solidFill>
              </a:rPr>
              <a:t>• Sports section highlighting cricket, football, and athletics.</a:t>
            </a:r>
          </a:p>
          <a:p>
            <a:r>
              <a:rPr sz="1800">
                <a:solidFill>
                  <a:srgbClr val="141414"/>
                </a:solidFill>
              </a:rPr>
              <a:t>• Clubs section (Coding, Photography, Dance, Art, NSS, Literary).</a:t>
            </a:r>
          </a:p>
          <a:p>
            <a:r>
              <a:rPr sz="1800">
                <a:solidFill>
                  <a:srgbClr val="141414"/>
                </a:solidFill>
              </a:rPr>
              <a:t>• Registration form, Contact form, and Student Login page.</a:t>
            </a:r>
          </a:p>
          <a:p>
            <a:endParaRPr sz="1800">
              <a:solidFill>
                <a:srgbClr val="141414"/>
              </a:solidFill>
            </a:endParaRPr>
          </a:p>
          <a:p>
            <a:r>
              <a:rPr sz="1800">
                <a:solidFill>
                  <a:srgbClr val="141414"/>
                </a:solidFill>
              </a:rPr>
              <a:t>This web design provides a professional, interactive platform for students to explore SR University’s extracurricular activities.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</a:rPr>
              <a:t>Subject: AI Assisted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76AF-078A-B848-A5A4-4F92EF7D1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6EB14A-8D73-9C0E-A3A4-860BB4F66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701" y="187276"/>
            <a:ext cx="8863147" cy="6396086"/>
          </a:xfrm>
        </p:spPr>
      </p:pic>
    </p:spTree>
    <p:extLst>
      <p:ext uri="{BB962C8B-B14F-4D97-AF65-F5344CB8AC3E}">
        <p14:creationId xmlns:p14="http://schemas.microsoft.com/office/powerpoint/2010/main" val="33465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286</Words>
  <Application>Microsoft Office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SR University — Sports &amp; Clubs Website</vt:lpstr>
      <vt:lpstr>Project Objectives</vt:lpstr>
      <vt:lpstr>PowerPoint Presentation</vt:lpstr>
      <vt:lpstr>PowerPoint Presentation</vt:lpstr>
      <vt:lpstr>Stakeholders</vt:lpstr>
      <vt:lpstr>Programming Languages, Tools &amp; Software</vt:lpstr>
      <vt:lpstr>Front-End View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S.kavya</dc:creator>
  <cp:keywords/>
  <dc:description>generated using python-pptx</dc:description>
  <cp:lastModifiedBy>siddam shetti kavya</cp:lastModifiedBy>
  <cp:revision>2</cp:revision>
  <dcterms:created xsi:type="dcterms:W3CDTF">2013-01-27T09:14:16Z</dcterms:created>
  <dcterms:modified xsi:type="dcterms:W3CDTF">2025-11-13T04:07:10Z</dcterms:modified>
  <cp:category/>
</cp:coreProperties>
</file>